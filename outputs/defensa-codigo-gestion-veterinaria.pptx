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c9884eb51448c" /><Relationship Type="http://schemas.openxmlformats.org/officeDocument/2006/relationships/extended-properties" Target="/docProps/app.xml" Id="R369f5423dfc6409a" /><Relationship Type="http://schemas.openxmlformats.org/officeDocument/2006/relationships/officeDocument" Target="/ppt/presentation.xml" Id="R6e195c7de9f8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4b6ce2a5904463"/>
  </p:sldMasterIdLst>
  <p:notesMasterIdLst>
    <p:notesMasterId xmlns:r="http://schemas.openxmlformats.org/officeDocument/2006/relationships" r:id="R634a9cedc34e4ecc"/>
  </p:notesMasterIdLst>
  <p:sldIdLst>
    <p:sldId xmlns:r="http://schemas.openxmlformats.org/officeDocument/2006/relationships" id="256" r:id="Rbae31634f0ae46a9"/>
    <p:sldId xmlns:r="http://schemas.openxmlformats.org/officeDocument/2006/relationships" id="257" r:id="Ra82d01dd11e14047"/>
    <p:sldId xmlns:r="http://schemas.openxmlformats.org/officeDocument/2006/relationships" id="258" r:id="R54d52e743d7c4d21"/>
    <p:sldId xmlns:r="http://schemas.openxmlformats.org/officeDocument/2006/relationships" id="259" r:id="Rc77d0e846c4b4b12"/>
    <p:sldId xmlns:r="http://schemas.openxmlformats.org/officeDocument/2006/relationships" id="260" r:id="R3a051b1a1296467e"/>
    <p:sldId xmlns:r="http://schemas.openxmlformats.org/officeDocument/2006/relationships" id="261" r:id="R3336d22699d149a1"/>
    <p:sldId xmlns:r="http://schemas.openxmlformats.org/officeDocument/2006/relationships" id="262" r:id="Ra761292d33c64f88"/>
    <p:sldId xmlns:r="http://schemas.openxmlformats.org/officeDocument/2006/relationships" id="263" r:id="Rece58159b6874a06"/>
    <p:sldId xmlns:r="http://schemas.openxmlformats.org/officeDocument/2006/relationships" id="264" r:id="Re39b7f8309e24190"/>
    <p:sldId xmlns:r="http://schemas.openxmlformats.org/officeDocument/2006/relationships" id="265" r:id="R1863d8d0ba0e486c"/>
    <p:sldId xmlns:r="http://schemas.openxmlformats.org/officeDocument/2006/relationships" id="266" r:id="Rdead7e642af5491d"/>
    <p:sldId xmlns:r="http://schemas.openxmlformats.org/officeDocument/2006/relationships" id="267" r:id="R0a0dee373d0142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e2b6177f874dcd" /><Relationship Type="http://schemas.openxmlformats.org/officeDocument/2006/relationships/slideMaster" Target="/ppt/slideMasters/slideMaster1.xml" Id="R5d4b6ce2a5904463" /><Relationship Type="http://schemas.openxmlformats.org/officeDocument/2006/relationships/notesMaster" Target="/ppt/notesMasters/notesMaster1.xml" Id="R634a9cedc34e4ecc" /><Relationship Type="http://schemas.openxmlformats.org/officeDocument/2006/relationships/presProps" Target="/ppt/presProps.xml" Id="R411f45a0973c4061" /><Relationship Type="http://schemas.openxmlformats.org/officeDocument/2006/relationships/tableStyles" Target="/ppt/tableStyles.xml" Id="R689a6ace5fba47e8" /><Relationship Type="http://schemas.openxmlformats.org/officeDocument/2006/relationships/slide" Target="/ppt/slides/slide1.xml" Id="Rbae31634f0ae46a9" /><Relationship Type="http://schemas.openxmlformats.org/officeDocument/2006/relationships/slide" Target="/ppt/slides/slide2.xml" Id="Ra82d01dd11e14047" /><Relationship Type="http://schemas.openxmlformats.org/officeDocument/2006/relationships/slide" Target="/ppt/slides/slide3.xml" Id="R54d52e743d7c4d21" /><Relationship Type="http://schemas.openxmlformats.org/officeDocument/2006/relationships/slide" Target="/ppt/slides/slide4.xml" Id="Rc77d0e846c4b4b12" /><Relationship Type="http://schemas.openxmlformats.org/officeDocument/2006/relationships/slide" Target="/ppt/slides/slide5.xml" Id="R3a051b1a1296467e" /><Relationship Type="http://schemas.openxmlformats.org/officeDocument/2006/relationships/slide" Target="/ppt/slides/slide6.xml" Id="R3336d22699d149a1" /><Relationship Type="http://schemas.openxmlformats.org/officeDocument/2006/relationships/slide" Target="/ppt/slides/slide7.xml" Id="Ra761292d33c64f88" /><Relationship Type="http://schemas.openxmlformats.org/officeDocument/2006/relationships/slide" Target="/ppt/slides/slide8.xml" Id="Rece58159b6874a06" /><Relationship Type="http://schemas.openxmlformats.org/officeDocument/2006/relationships/slide" Target="/ppt/slides/slide9.xml" Id="Re39b7f8309e24190" /><Relationship Type="http://schemas.openxmlformats.org/officeDocument/2006/relationships/slide" Target="/ppt/slides/slide10.xml" Id="R1863d8d0ba0e486c" /><Relationship Type="http://schemas.openxmlformats.org/officeDocument/2006/relationships/slide" Target="/ppt/slides/slide11.xml" Id="Rdead7e642af5491d" /><Relationship Type="http://schemas.openxmlformats.org/officeDocument/2006/relationships/slide" Target="/ppt/slides/slide12.xml" Id="R0a0dee373d0142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4a3fae786047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201a51952b494c" /><Relationship Type="http://schemas.openxmlformats.org/officeDocument/2006/relationships/notesMaster" Target="/ppt/notesMasters/notesMaster1.xml" Id="R5a08e1cd611647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3df73182294b33" /><Relationship Type="http://schemas.openxmlformats.org/officeDocument/2006/relationships/notesMaster" Target="/ppt/notesMasters/notesMaster1.xml" Id="R634f64d6ee0b40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c20616fb2d4816" /><Relationship Type="http://schemas.openxmlformats.org/officeDocument/2006/relationships/notesMaster" Target="/ppt/notesMasters/notesMaster1.xml" Id="Ra8bdfd5bcf29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eb805ffc504d2a" /><Relationship Type="http://schemas.openxmlformats.org/officeDocument/2006/relationships/notesMaster" Target="/ppt/notesMasters/notesMaster1.xml" Id="Rf034c8afdbee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a04778993745da" /><Relationship Type="http://schemas.openxmlformats.org/officeDocument/2006/relationships/notesMaster" Target="/ppt/notesMasters/notesMaster1.xml" Id="R689e4cee71d84c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a69c0ef294aae" /><Relationship Type="http://schemas.openxmlformats.org/officeDocument/2006/relationships/notesMaster" Target="/ppt/notesMasters/notesMaster1.xml" Id="Rdc0aa097f2df4d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26d895b94e4302" /><Relationship Type="http://schemas.openxmlformats.org/officeDocument/2006/relationships/notesMaster" Target="/ppt/notesMasters/notesMaster1.xml" Id="R300021a414c640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470a4f469a4adf" /><Relationship Type="http://schemas.openxmlformats.org/officeDocument/2006/relationships/notesMaster" Target="/ppt/notesMasters/notesMaster1.xml" Id="Rd86328ea4b4d4f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dccb5dcb8d46b0" /><Relationship Type="http://schemas.openxmlformats.org/officeDocument/2006/relationships/notesMaster" Target="/ppt/notesMasters/notesMaster1.xml" Id="R2b779d1680c744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78922824c04e7c" /><Relationship Type="http://schemas.openxmlformats.org/officeDocument/2006/relationships/notesMaster" Target="/ppt/notesMasters/notesMaster1.xml" Id="R1e949989519742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e2726cf80843af" /><Relationship Type="http://schemas.openxmlformats.org/officeDocument/2006/relationships/notesMaster" Target="/ppt/notesMasters/notesMaster1.xml" Id="R3223c37b84e346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b1220f242a4f18" /><Relationship Type="http://schemas.openxmlformats.org/officeDocument/2006/relationships/notesMaster" Target="/ppt/notesMasters/notesMaster1.xml" Id="R6bd507c57859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e8b80b0d3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03ea4fd57464a" /><Relationship Type="http://schemas.openxmlformats.org/officeDocument/2006/relationships/slideLayout" Target="/ppt/slideLayouts/slideLayout1.xml" Id="R66fcd231a82f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fcd231a82f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d2451c8344f4e" /><Relationship Type="http://schemas.openxmlformats.org/officeDocument/2006/relationships/notesSlide" Target="/ppt/notesSlides/notesSlide1.xml" Id="R3834068c9fe5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a322c42544393" /><Relationship Type="http://schemas.openxmlformats.org/officeDocument/2006/relationships/notesSlide" Target="/ppt/notesSlides/notesSlide2.xml" Id="R60512bc483fc45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acbc21d094213" /><Relationship Type="http://schemas.openxmlformats.org/officeDocument/2006/relationships/notesSlide" Target="/ppt/notesSlides/notesSlide3.xml" Id="R49d40abcfa5440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25c7441684c30" /><Relationship Type="http://schemas.openxmlformats.org/officeDocument/2006/relationships/notesSlide" Target="/ppt/notesSlides/notesSlide4.xml" Id="Rf761430fdf9e4d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accde5c7a4f0b" /><Relationship Type="http://schemas.openxmlformats.org/officeDocument/2006/relationships/notesSlide" Target="/ppt/notesSlides/notesSlide5.xml" Id="R49e8bd757572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94d1c6bf44305" /><Relationship Type="http://schemas.openxmlformats.org/officeDocument/2006/relationships/notesSlide" Target="/ppt/notesSlides/notesSlide6.xml" Id="R572224e307c648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2eb122685424e" /><Relationship Type="http://schemas.openxmlformats.org/officeDocument/2006/relationships/notesSlide" Target="/ppt/notesSlides/notesSlide7.xml" Id="R2138846dd17045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962e335e94274" /><Relationship Type="http://schemas.openxmlformats.org/officeDocument/2006/relationships/notesSlide" Target="/ppt/notesSlides/notesSlide8.xml" Id="Rf8a156d77ede41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db333210c4b18" /><Relationship Type="http://schemas.openxmlformats.org/officeDocument/2006/relationships/notesSlide" Target="/ppt/notesSlides/notesSlide9.xml" Id="R3cbcb0e0650148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f3ab7a0ca49a7" /><Relationship Type="http://schemas.openxmlformats.org/officeDocument/2006/relationships/notesSlide" Target="/ppt/notesSlides/notesSlide10.xml" Id="R888a16911e124a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d4d7d95014baa" /><Relationship Type="http://schemas.openxmlformats.org/officeDocument/2006/relationships/notesSlide" Target="/ppt/notesSlides/notesSlide11.xml" Id="R6ab669174b7342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59b0abbed48fc" /><Relationship Type="http://schemas.openxmlformats.org/officeDocument/2006/relationships/notesSlide" Target="/ppt/notesSlides/notesSlide12.xml" Id="R8eeea1220991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7DC12-28B9-4EB6-9552-7A0E4232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3A"/>
          </a:solidFill>
          <a:ln xmlns:a="http://schemas.openxmlformats.org/drawingml/2006/main" w="0">
            <a:solidFill>
              <a:srgbClr val="0F4C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42755-155E-45D1-8087-514E12BF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10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DDEF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6884D-E395-44D1-91F3-DDF45114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F4C3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F4C3A"/>
                </a:solidFill>
                <a:latin typeface="Aptos Display"/>
                <a:ea typeface="Aptos Display"/>
                <a:cs typeface="Aptos Display"/>
              </a:rPr>
              <a:t>GV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ECA1C-7654-4A90-B535-8B7B8AF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Sistema de</a:t>
            </a:r>
          </a:p>
          <a:p xmlns:a="http://schemas.openxmlformats.org/drawingml/2006/main">
            <a:pPr algn="l">
              <a:defRPr sz="405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90CCB-56CE-4D78-9F3B-282F83E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Presentacion para la defensa del codigo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5BFB1-2799-4FA2-ACF7-0A9AD83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95700"/>
            <a:ext cx="2190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DDEF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33FEC-0BD2-4D39-BE7C-375D9A11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6237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React + Node + MySQL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A5027-252B-4ECB-BA0D-6EA30616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053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Aplicacion web con autenticacion, roles, agenda de turnos, clientes y mascotas.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40EEE-12C7-4C05-8281-00CE908D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87156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06A29-6D77-4EAC-9158-D14BE9CE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4A1D7-21E8-4222-BB62-F1158BE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Objetivo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3CF2C-97C6-4FD6-89D1-6F7112AB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01E3C-F24D-4141-A84F-81E48312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05AAA-0716-40F2-BDF9-B5A255E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6184B-E5CA-4C87-8DFA-F8A1840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D0E1C-5F34-4ACC-B311-D918A171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B2C09-1E08-4089-8B7F-232C55E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83698-B711-4B40-96C7-EAF89196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Centralizar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D4A0C-A367-49F3-8846-53E87C9E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Clientes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Mascotas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Turnos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40E2B-CF13-46F2-BF88-C4A2E2A9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Organizar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82C69-60C3-463F-A23D-9C4FEAA4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813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Horarios disponibles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Dias sin atencion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Solicitudes pendientes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9FE61-651D-44B6-A948-24C97C03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Proteger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AC71F-8B2F-4F4B-9668-7C3DCE8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Login con token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Permisos por rol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Reglas en backend</a:t>
            </a:r>
          </a:p>
        </p:txBody>
      </p:sp>
    </p:spTree>
    <p:extLst>
      <p:ext uri="{BB962C8B-B14F-4D97-AF65-F5344CB8AC3E}">
        <p14:creationId xmlns:p14="http://schemas.microsoft.com/office/powerpoint/2010/main" val="1745544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77506-21F5-4526-8A79-C4C59ED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30847-07EE-45E4-9E6A-365FE9DE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Arquitectura general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997ED-EC34-4C9B-9934-FA96AB85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9CCF7-4781-4E15-B181-CECC2F93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1DBEC-3F0D-45E3-AE17-F70D748F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61B45-E2D4-48C4-AF65-AEFD79B9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3D98F-2E69-477C-A0D1-2382F5B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8C300-DF21-4BA1-AAE3-354DB616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React + Vite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Rutas protegidas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Pantallas por 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FD74B-02F9-4769-B110-7BDD9353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E27DF-89B9-463F-B410-D8628355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API 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E9B6D-00CA-45A2-A3D9-511526F6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67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Express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Rutas y controladores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Middlewares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E79FD-05FC-4D6E-9B42-721CCBA9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2E604-0F45-440B-8573-7B780A06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30B33-9630-4AFC-BB0F-714FB8E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MySQL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Sequelize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Relaciones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0D877-7514-4817-B1E0-D1B33BD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HTTP + JWT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7C07D-7588-483C-BD9F-53AB2CDA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365AB-E9CD-469B-9055-F625B975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1D3A5-4568-4887-B2BF-F5474534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5575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7E3BD-CDC9-4308-8768-F4459E06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52EB3-7CA5-45DB-BA77-C06DE62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Tecnologias y responsabilidad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344A4-CD0F-40B2-9CCB-1CE4D413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F324A-3036-4FFE-9C4E-E17669E6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1A823-EA3D-4EAD-BF4D-364AB00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119A9-93E7-4CFF-943C-5FBEEB7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9944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EA69E-CA8C-4F18-BFA3-73B86228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React /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2C9DA-0027-461B-B3EA-65B4BBC8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Interfaz dinamica, navegacion y experiencia de usuario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08F47-2E23-4F36-BD38-2E66C898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9944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F99AC-CF70-4B85-9734-9202AF1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React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DB414-900D-4A82-A538-EA6EFDC7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Separacion de pantallas y rutas protegidas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6D2B5-BF2B-4CA6-882C-569ACB34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944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A06A9-EC83-46EF-9FD6-784A18F2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Express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5C09D-75CE-4F5B-A55E-08904E8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API REST y organizacion de endpoints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FCC9A-4F44-469F-B79A-B47E6880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44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D295F-D878-40FB-8DD9-F5692CE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Sequelize + 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E3A5F-D3BB-4459-A36C-F0F3A2F4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Modelado de entidades, relaciones y persistencia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B83FF-7F1C-4C47-B2A5-B90688BD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9944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DD137-5CD8-4904-B670-3098671A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JWT + bcrypt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74034-DC1E-430D-955D-E8C0B8F2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9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Autenticacion con token y contrasenas hasheadas</a:t>
            </a:r>
          </a:p>
        </p:txBody>
      </p:sp>
    </p:spTree>
    <p:extLst>
      <p:ext uri="{BB962C8B-B14F-4D97-AF65-F5344CB8AC3E}">
        <p14:creationId xmlns:p14="http://schemas.microsoft.com/office/powerpoint/2010/main" val="1447295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AB30C8-6820-4507-86AC-C501ECB7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7B36B-0BC0-4D2A-B16D-571089C9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Modelo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20720-CDCF-4661-948E-C5681C99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58E8C-A440-48ED-9DDD-1FDD5BF5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56D14-4706-4F6C-B12C-5792561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A6354-FBA6-4914-8FD1-D480A3D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A1849-36F9-4497-960C-AC76460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5FF7F-BB1A-44A7-914E-7C4E45C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nombre, email, password</a:t>
            </a:r>
          </a:p>
          <a:p xmlns:a="http://schemas.openxmlformats.org/drawingml/2006/main">
            <a:pPr algn="l">
              <a:defRPr sz="13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rol, 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5BD9F-F47E-4310-8D47-6EA0504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89D47-7771-4E0A-A870-6BC05BA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Mascota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B7164-8969-4966-B26B-C3BFE5D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nombre, especie, raza</a:t>
            </a:r>
          </a:p>
          <a:p xmlns:a="http://schemas.openxmlformats.org/drawingml/2006/main">
            <a:pPr algn="l">
              <a:defRPr sz="13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edad, peso, avatar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473CD-AB7C-4279-8576-CC890933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A5071-D232-4E6C-A26B-BB281A9F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Turno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38441-1C5F-4B3C-9262-14C07A60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fecha, hora, motivo</a:t>
            </a:r>
          </a:p>
          <a:p xmlns:a="http://schemas.openxmlformats.org/drawingml/2006/main">
            <a:pPr algn="l">
              <a:defRPr sz="13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9131E-A5A6-476C-87C2-6EFA52F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762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25E84-C361-4408-96AE-D0271AA7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762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16865-BB96-4A55-9A85-F2342D0F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671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 cliente -&gt; muchas mascotas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7F408-82A0-464E-8FCB-D7FDE5E2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 mascota -&gt; muchos turnos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5DDA4-963E-4E5C-AAB7-9703557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El turno tambien puede relacionarse con un cliente y un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202722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EDBC0-B744-416E-B208-C709CF92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82371-5BAC-4418-B523-23D9F49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Roles y permisos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9D92D-877F-4761-8485-D05586B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F25D6-99A2-4BFC-9740-B7765B38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048C2-926C-4AFB-BAA2-9EA5679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91928-2FB9-4B98-B7A5-80234392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7E6E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F3D08-71B3-467E-925A-D0CEFD6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33BB0-93C5-48EE-9951-F7CE40A3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Ver sus mascotas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Pedir turno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Cancelar o reprogramar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3BE54-AC0F-40ED-9A75-6B2F4A6E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5C95-112D-41EF-81F4-058A3151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8DF29-7276-4136-89C6-0FAF079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Gestionar clientes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Habilitar horarios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Confirmar/finalizar turnos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E8C19-9706-4B90-B088-B8EB39FA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2EDA1-0EDD-427D-849B-FB06CB46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Super-admin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42BD0-EE5F-407E-8C54-DA447A5B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Panel de usuarios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Acceso administrativo amplio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Control de roles y estados</a:t>
            </a:r>
          </a:p>
        </p:txBody>
      </p:sp>
    </p:spTree>
    <p:extLst>
      <p:ext uri="{BB962C8B-B14F-4D97-AF65-F5344CB8AC3E}">
        <p14:creationId xmlns:p14="http://schemas.microsoft.com/office/powerpoint/2010/main" val="2045328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47B68-65DF-4CC5-B72F-F60B9BFE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5D905-E306-4C2D-82DC-DFE94412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Autenticacion y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44CD9-BCF2-4E3F-A6C2-EC18612F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C4A97-7D7E-4A1E-B47E-CE6D7B2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1FB49-7C9F-4A12-B3F7-DD2C307C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12E67-421C-4C97-907E-CC4A9E79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7E285-74D7-484D-8FBE-99693DE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3A"/>
          </a:solidFill>
          <a:ln xmlns:a="http://schemas.openxmlformats.org/drawingml/2006/main" w="0">
            <a:solidFill>
              <a:srgbClr val="0F4C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CC243-9B33-40F9-8DE7-80DA859A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B7D27-32AA-4C01-81DF-441A86FC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0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AEE1E-16A6-4299-9371-980D9417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El usuario envia email y contrasena.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0F4B5-1418-44E8-A88B-98D4037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A19AA-E68C-4AFC-ADB6-5556748B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3A"/>
          </a:solidFill>
          <a:ln xmlns:a="http://schemas.openxmlformats.org/drawingml/2006/main" w="0">
            <a:solidFill>
              <a:srgbClr val="0F4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B551B-9FB2-42B3-BFA4-312A0FF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87163-5789-4F4D-9179-7FC70423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Validacion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36DCE-1039-4142-BBB4-92C29DF5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El backend busca usuario activo y compara bcrypt.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989CF-39E8-48E4-ACA3-2063564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EEA2D-8849-47E5-BAE3-45A846B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3A"/>
          </a:solidFill>
          <a:ln xmlns:a="http://schemas.openxmlformats.org/drawingml/2006/main" w="0">
            <a:solidFill>
              <a:srgbClr val="0F4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92EEF-CDC7-4F36-AE12-9F82881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A14D2-6E96-4131-9F8A-1D030EDC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Token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DF2A5-BFF7-4E58-9D27-D49D059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Se firma un JWT con id, nombre, email y rol.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9251C-8CE5-4511-B4F5-7EDD50C3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C99E5-BC1B-4CBC-A749-7529F598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3A"/>
          </a:solidFill>
          <a:ln xmlns:a="http://schemas.openxmlformats.org/drawingml/2006/main" w="0">
            <a:solidFill>
              <a:srgbClr val="0F4C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072C5-65CB-4540-A010-7D38B44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1CFC31-672D-471A-ABC5-3EB9A20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00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Proteccion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A235A-4E66-4FE8-BC30-0975A047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Middlewares validan token y rol en cada ruta.</a:t>
            </a:r>
          </a:p>
        </p:txBody>
      </p:sp>
    </p:spTree>
    <p:extLst>
      <p:ext uri="{BB962C8B-B14F-4D97-AF65-F5344CB8AC3E}">
        <p14:creationId xmlns:p14="http://schemas.microsoft.com/office/powerpoint/2010/main" val="1758525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18F59-CD2D-4A29-8337-367FF5F8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F872A-0EC6-41F0-8569-721365EA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Reglas de negocio de turnos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90715-15C6-463C-B79B-365EA524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4AEAB-4F19-4F60-BDFC-23D8A47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28AF9-3CBA-408B-9520-75DC336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2CD78-8E50-4BA8-875F-B1CF1D05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005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9E38-DF4F-47FA-8997-10AF354E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Estados del turno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F9116-7D89-4FF5-8755-1FE28CAD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1524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5D0A2-2FE0-4F1E-8184-4144B9DE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disponible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6FFB6-4B9A-4BF7-A0A2-D428FCD0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1524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9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E8777-DCC7-4B47-9331-D4991F16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pendiente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3D56A-C3BE-4E9B-90DC-235185A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1524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4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0A7E2-0D8C-4FD1-BA74-99F0FBE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68CD9-39DA-4097-854F-89209A6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1524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8F4E3-DA3D-4972-9F86-C9E0736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cancelado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F2702-78A5-4760-B38A-6CC04F48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1524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ABFB5-A3CB-40D5-A09C-9F0CCCF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finalizado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13B79-CB34-4094-B98E-E59EEF5C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1524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DBD55-22B3-4452-AC19-3AC26DA6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sin_atencion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9FBAE-3725-40A7-9D37-4A0680F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59055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F54EB-04A1-4674-804F-CB28B034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14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Validaciones principales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332A8-3DF5-44C4-A75F-A3721530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05100"/>
            <a:ext cx="4953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Un cliente solo puede tomar horarios disponibles.</a:t>
            </a:r>
          </a:p>
          <a:p xmlns:a="http://schemas.openxmlformats.org/drawingml/2006/main">
            <a:pPr algn="l">
              <a:defRPr sz="1425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Para solicitar turno se exige mascota y motivo.</a:t>
            </a:r>
          </a:p>
          <a:p xmlns:a="http://schemas.openxmlformats.org/drawingml/2006/main">
            <a:pPr algn="l">
              <a:defRPr sz="1425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La mascota debe pertenecer al usuario autenticado.</a:t>
            </a:r>
          </a:p>
          <a:p xmlns:a="http://schemas.openxmlformats.org/drawingml/2006/main">
            <a:pPr algn="l">
              <a:defRPr sz="1425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Reprogramar libera el turno anterior dentro de una transaccion.</a:t>
            </a:r>
          </a:p>
          <a:p xmlns:a="http://schemas.openxmlformats.org/drawingml/2006/main">
            <a:pPr algn="l">
              <a:defRPr sz="1425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Un dia sin atencion no acepta horarios disponibles.</a:t>
            </a:r>
          </a:p>
        </p:txBody>
      </p:sp>
    </p:spTree>
    <p:extLst>
      <p:ext uri="{BB962C8B-B14F-4D97-AF65-F5344CB8AC3E}">
        <p14:creationId xmlns:p14="http://schemas.microsoft.com/office/powerpoint/2010/main" val="1830451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1FD35B-3F14-469D-8966-2F258B4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457F0-E423-4F09-9A66-2A7ADB16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Calendario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8E572-0AFC-4077-B327-68602602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58BB1-3225-4EE7-B380-47459517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E4643-AB9D-437B-9E7A-0BDCF9DE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0800E-630B-4A4B-A32D-11F3C247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85E84-4F08-4A73-B37E-4E83A39C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19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Junio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49B8A-C4A6-4CFC-9AF8-BB66B60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354DC-2C01-475F-B128-E699CD3A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5629E-8BAA-4573-8223-49B122C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DDFBD-1EBA-4C1D-A3E2-04DCBA5D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622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7D55E-72FD-4836-8E66-DEF1468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6AA93-8232-4C29-A984-CFFD8036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E0B39-A10B-4B3F-9D6C-27A8EA3D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A1AB8-0F06-471A-B900-BC70B41A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EDF39-2D3B-4AF2-99BB-19943B48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50BED-9F02-433B-B8A4-6F86670A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860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E3EEF-EA11-4862-807B-A22C1917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18D81-F6B1-4AF4-A058-7DDA23C0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3289B-01A4-477D-AFAA-2B8EE73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622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BAEE8-E94D-44DD-B769-EB839E3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74DF0-BB49-46DD-9095-110BDB04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9C7DE-3496-4A54-B893-8B7F0AB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C55A4-B280-4884-9F97-ED0D031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0B16C-FA6E-46AD-AC24-F2C05F2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20BFB-1BA4-4A76-AB5C-E0211811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F5D4C8-0901-43B4-9AF7-4A982028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2E2203-0A9F-4CE8-8117-CBCED7E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85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3B209-82E3-4128-8370-DCA8EFF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CDBC6-1750-4736-8BBD-B12676E5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385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401C58-B3E9-411D-9904-AAA18D4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44B2D-D6E3-40D0-A1E1-E8CA9DB4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385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558F9-A98F-40DB-A947-CD8518B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505DAF-0652-493B-83C8-225AE7CC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471A61-2895-4535-8E71-9EFD9E7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A1AC1D-DAD5-4EC4-AB41-B6047B4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732080-F382-495F-A692-AA4977B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5B754B-2FDD-4C7B-AA15-E7627F92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749D5-B738-4203-A623-5AB1D080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876C3E-3FB9-40CA-89CD-3A69F35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EABE06-BDA7-4039-872E-07BB493F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909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8BC44C-9A0E-43CF-AD4E-3F7642DC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671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8958FC-65BD-4A66-A237-BF47B10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69F7B0-46D4-4C9F-9E7F-4351D17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671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A6630A-9550-40D7-AC55-DE412093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C676CA-9C57-448B-918A-DEB9475A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671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B26D01-6A4E-4B06-BF89-9E0BEF92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BD146D-2316-4D70-A0FA-E4871BA9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EA4F96-D743-4FDC-98A8-054955E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7AF7BC-47D8-4E97-889E-76BAA810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671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FC01D7-AAE2-4450-9C55-005F8C8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2A4545-3F4E-49CB-9B60-89EC2B6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9095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3E992D-B295-49E7-9170-B7D46100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4E9C16-8195-44AE-B382-F2847B64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148D4A-482A-4C73-8446-B8CD3B05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8D0EC4-78DD-4301-BD0D-D82EA630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434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BFC00F-1E69-4B28-B29B-0DA92B6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19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32367A-1D8D-49D5-9F60-1C450C47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34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D5F5B1-E672-4DC6-93C8-A10A7CD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83631C-C922-41D8-9021-2F562948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81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F337D4-9F4D-4B93-ABF7-069BD679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DFF2F2-25DC-402E-B853-32129349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19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C420AC-55A3-49D7-87B6-D92D04B8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E22D04-39B6-430B-847B-3305C85D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9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087933-6D02-462E-9158-557625A2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434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52552E-B092-403B-AC0C-8C216232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9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E2B117-D08E-41D4-B050-05756E27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81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49BF1AF-D7DE-4FB9-9181-9605B69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457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132340-64F2-46CB-AB24-CED4BD0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A729A9-1F17-4A27-8110-B213B94A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6101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51AC30-B0E2-4C68-B719-88F5E1A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Lectura rapida del estado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CE6249-11C0-45DD-B430-89F6CA80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71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3A"/>
          </a:solidFill>
          <a:ln xmlns:a="http://schemas.openxmlformats.org/drawingml/2006/main" w="0">
            <a:solidFill>
              <a:srgbClr val="0F4C3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4AF199-793F-4AF9-B9A1-3E5A1F9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Verde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0DC9A2-D216-4F77-9CC2-7BCDCFCB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varios horarios disponibles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A54380B-DC1B-4B4F-A722-9E2F5CAD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0DB6976-6E90-4924-8F24-20A61ACC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Amarillo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BE610BF-9FA5-47F7-BEA1-C649D96F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pocos horarios disponibles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ABF8FF-066E-47F7-83D2-6A2838FD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62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C44336-362F-4A0F-87EB-5D17299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Rojo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BD11E96-964E-4860-A55B-79111958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sin horarios disponibles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51827D-E8AC-4C31-9D89-1C43A291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57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52A0A3-E49C-4535-8AC5-3380D37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10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1B"/>
                </a:solidFill>
                <a:latin typeface="Aptos"/>
                <a:ea typeface="Aptos"/>
                <a:cs typeface="Aptos"/>
              </a:rPr>
              <a:t>Gris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270F5B-C498-43DF-A57A-7A0F6743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dia sin atencion</a:t>
            </a:r>
          </a:p>
        </p:txBody>
      </p:sp>
    </p:spTree>
    <p:extLst>
      <p:ext uri="{BB962C8B-B14F-4D97-AF65-F5344CB8AC3E}">
        <p14:creationId xmlns:p14="http://schemas.microsoft.com/office/powerpoint/2010/main" val="1506740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BB7C7-DB64-4DCD-88CB-A518500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65B24-39CB-436F-B966-366A9F24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Flujo del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C8A87-540E-4C92-A5C0-46326F17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4BB2A-5FEF-4EA3-A6B8-205B6206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6DB94-DC8E-419A-A564-E58A7E73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7F451-04E2-4C54-AF49-DE9C670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3D86-4D68-4067-B521-ED5B180D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B4390-487C-4893-83DA-F3ADBCDE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Inicia sesion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4813E-21E9-4A6F-BCBF-CA9FE3F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908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4A67-4BFD-4455-9A64-4C3872F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02D7F-6149-4D04-953F-2533B7DD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384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3BD3E-DD17-45EA-91F0-EB1566C3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Ve mascotas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9EDF8-4FD4-4EA9-A95E-9539541A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908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D18EC-1E89-4C09-90B0-AF1973A0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A4792-D879-4884-8D9A-4F2BDAF0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9FEE4-DA0D-4B8B-A9A8-E8C5D98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Elige 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BA590-607D-4A94-8ED3-004D3555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FB5E6-0658-4CE0-BEB9-F6747682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62B49-D00A-4EF4-A9D5-C325A47E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C7918-6A4A-4646-A8A3-A55C91B6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Selecciona horario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36911-A07C-4D64-BDCB-1799AF59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908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72F51-3C1F-4E36-A97B-11F663B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8BECF-C4E4-47E2-A966-69FC361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384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AAEF2-1F07-4332-ABE5-C3C2B990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Envia motivo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EC790C-DBD1-409C-85F6-B8F027C7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908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02568-6363-4CC0-8666-67CC3E74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566F9-694A-4052-AD28-0004241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384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F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9F0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754D0-D37F-4BDA-BA58-C295538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Queda pendiente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6122C-2802-4134-B4E1-45921786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El cliente no crea la agenda: consume horarios habilitados previamente por administracion.</a:t>
            </a:r>
          </a:p>
        </p:txBody>
      </p:sp>
    </p:spTree>
    <p:extLst>
      <p:ext uri="{BB962C8B-B14F-4D97-AF65-F5344CB8AC3E}">
        <p14:creationId xmlns:p14="http://schemas.microsoft.com/office/powerpoint/2010/main" val="14032885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85ED5E-4433-4D80-9215-660A0F8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4301A-5D71-425D-81C1-82F13429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Flujo del administrador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889EE-D479-49B0-A194-B07B275C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B6730-06F7-48D4-AC50-08FE6C48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9FC54-36CD-4D7A-99DC-F3D6EA3C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35900-5D6C-4FCF-ACF2-600DCE32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762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78422-87CA-4148-879D-64701E7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Gestion de 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43ED2-C19A-455A-BEF6-19D213E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371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Habilita horarios disponibles.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Marca dias sin atencion.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Visualiza turnos solicitados.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Confirma, finaliza o cancela turnos.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42CD4-CFD5-4FA0-B967-CE4568D1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39052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DEFE6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F34DF-378A-4BC2-A7A3-35815CA1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tecnica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B4CD4-BCA9-40B6-95CF-1F828BD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La regla importante es que la disponibilidad se define del lado administrativo, pero se valida del lado servidor. Esto evita depender solo de la interfaz.</a:t>
            </a:r>
          </a:p>
        </p:txBody>
      </p:sp>
    </p:spTree>
    <p:extLst>
      <p:ext uri="{BB962C8B-B14F-4D97-AF65-F5344CB8AC3E}">
        <p14:creationId xmlns:p14="http://schemas.microsoft.com/office/powerpoint/2010/main" val="13614271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7BFDF-C4A9-4053-9D58-18C77689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DEFENSA DEL CODIGO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7854-4EB8-4D69-9115-B662038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1B"/>
                </a:solidFill>
                <a:latin typeface="Aptos Display"/>
                <a:ea typeface="Aptos Display"/>
                <a:cs typeface="Aptos Display"/>
              </a:rPr>
              <a:t>Cierre y mejoras posibles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35866-73D8-4287-8E99-5AB0403D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solidFill>
              <a:srgbClr val="F29F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33CAE-CF10-43C2-A42A-99F19955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Sistema de Gestion Veterinaria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17A7C-F0D2-4C6D-8A68-1874979E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5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5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29557-549D-49C0-B8C2-90EEFD3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5555B-1AB7-46B5-B4FF-401BC76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Que demuestra el proyecto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4698D-B208-401D-8C27-3053B9BA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Arquitectura cliente-servidor.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API REST con reglas de negocio.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Autenticacion y autorizacion por roles.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Modelo relacional claro.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Interfaz separada por perfiles.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E4766-F903-4A3A-8AEE-EACAA151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FE143-EFCE-4C8E-AF35-A503F7A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C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4C3A"/>
                </a:solidFill>
                <a:latin typeface="Aptos"/>
                <a:ea typeface="Aptos"/>
                <a:cs typeface="Aptos"/>
              </a:rPr>
              <a:t>Siguientes pasos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C15D2-5CB0-48C2-BE76-37965DD9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Ampliar pruebas de turnos y controladores.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Mover configuracion de API a variables de entorno.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Agregar historial medico por mascota.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Sumar notificaciones de confirmacion.</a:t>
            </a:r>
          </a:p>
          <a:p xmlns:a="http://schemas.openxmlformats.org/drawingml/2006/main">
            <a:pPr algn="l">
              <a:defRPr sz="1500" b="0">
                <a:solidFill>
                  <a:srgbClr val="12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1B"/>
                </a:solidFill>
                <a:latin typeface="Aptos"/>
                <a:ea typeface="Aptos"/>
                <a:cs typeface="Aptos"/>
              </a:rPr>
              <a:t>• Mejorar accesibilidad y responsive.</a:t>
            </a:r>
          </a:p>
        </p:txBody>
      </p:sp>
    </p:spTree>
    <p:extLst>
      <p:ext uri="{BB962C8B-B14F-4D97-AF65-F5344CB8AC3E}">
        <p14:creationId xmlns:p14="http://schemas.microsoft.com/office/powerpoint/2010/main" val="754720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2026-06-17T16:25:09.8390000Z</dcterms:created>
  <dcterms:modified xsi:type="dcterms:W3CDTF">2026-06-17T16:25:09.8390000Z</dcterms:modified>
</coreProperties>
</file>